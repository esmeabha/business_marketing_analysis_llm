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Lucida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Interactive Multi-Agent AI Workforce for a Small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Supervisor-driven business workflow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8 specialist agents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Shared memory + tool integration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Human approval for risky actions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Live dashboard + execution trace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AI Workforce | Business Intelligence |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212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Small businesses need support for research, pricing, stock, marketing, customer communication, and delivery.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Single-chatbot tools cannot coordinate end-to-end decisions across multiple tasks.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A real business system must reason, act, and wait for approval before spending money or publishing content.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The system must be explainable, traceable, and grounded in shared memory.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846320" cy="2560320"/>
          </a:xfrm>
          <a:prstGeom prst="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spcAft>
                <a:spcPts val="1000"/>
              </a:spcAft>
              <a:defRPr sz="2400" b="1">
                <a:solidFill>
                  <a:srgbClr val="0F172A"/>
                </a:solidFill>
              </a:defRPr>
            </a:pPr>
            <a:r>
              <a:t>Business workflow automation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Research → pricing → stock → marketing → delivery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One supervisor, many specialists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10607040" cy="4114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Owner Request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Supervisor Agent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Market Research | Product Vision | Pricing | Inventory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Ad Creative | Customer Engagement | Delivery | Reporting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Shared Memory + Vector Store + SQLite + Logging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Final Business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Specialized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Market Research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Demand, competition, pricing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46304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Product Vision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Image analysis and product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6304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Pricing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Cost, margin, break-even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46304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Inventory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Stock tracking and reorder alerts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Ad Creative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Campaign copy and ad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42900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Customer Engagement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Message analysis and sentiment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42900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Delivery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Courier quotes and bookings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3429000"/>
            <a:ext cx="24688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Reporting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Summaries and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and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1. User sends a request or uploads a product image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2. Supervisor interprets intent and chooses the next agent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3. Specialist performs the task and writes the result to shared memory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4. Supervisor revisits routing until the goal is complete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5. Risky operations pause for human approval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6. Final answer is generated with evidence and numbers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0175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Interactive Dashboard and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Dashboard of active agents and workflow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Live execution trace and event feed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Agent communication history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Execution graph visualisation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Token usage and API cost estimation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Logs, errors, and memory viewer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Human-in-the-loop controls: pause, resume, approve, retry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• Final report and output viewer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8463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Tools, Memory, and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Web search and local fallback search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External business APIs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Python code execution sandbox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RAG and vector memory retrieval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SQLite persistence and graph state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Logging and error containment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</a:defRPr>
            </a:pPr>
            <a:r>
              <a:t>• Owner approval gates before irreversible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920240"/>
            <a:ext cx="4389120" cy="2468880"/>
          </a:xfrm>
          <a:prstGeom prst="rect">
            <a:avLst/>
          </a:prstGeom>
          <a:solidFill>
            <a:srgbClr val="0F766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Shared Memory</a:t>
            </a:r>
          </a:p>
          <a:p>
            <a:pPr algn="ctr"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Structured data + semantic retrieval</a:t>
            </a:r>
          </a:p>
          <a:p>
            <a:pPr algn="ctr"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Reliable coordination across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14984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400" b="1">
                <a:solidFill>
                  <a:srgbClr val="0F172A"/>
                </a:solidFill>
              </a:defRPr>
            </a:pPr>
            <a:r>
              <a:t>Lucida demonstrates a real multi-agent AI system, not a simple chatbot.</a:t>
            </a:r>
          </a:p>
          <a:p>
            <a:pPr>
              <a:spcAft>
                <a:spcPts val="1200"/>
              </a:spcAft>
              <a:defRPr sz="2000" b="0">
                <a:solidFill>
                  <a:srgbClr val="0F172A"/>
                </a:solidFill>
              </a:defRPr>
            </a:pPr>
            <a:r>
              <a:t>A Supervisor agent coordinates specialists, shares memory, and routes work based on the actual business task.</a:t>
            </a:r>
          </a:p>
          <a:p>
            <a:pPr>
              <a:spcAft>
                <a:spcPts val="1200"/>
              </a:spcAft>
              <a:defRPr sz="2000" b="0">
                <a:solidFill>
                  <a:srgbClr val="0F172A"/>
                </a:solidFill>
              </a:defRPr>
            </a:pPr>
            <a:r>
              <a:t>The system is interactive, explainable, and designed for business decision-making with human oversight.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Result: a practical AI workforce for small-business operations and workflow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Esm-e Abha</cp:lastModifiedBy>
  <cp:revision>1</cp:revision>
  <dcterms:created xsi:type="dcterms:W3CDTF">2013-01-27T09:14:16Z</dcterms:created>
  <dcterms:modified xsi:type="dcterms:W3CDTF">2026-08-30T17:18:41Z</dcterms:modified>
  <cp:category/>
</cp:coreProperties>
</file>