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6400" b="1">
                <a:solidFill>
                  <a:srgbClr val="FFFFFF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31012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300" b="0">
                <a:solidFill>
                  <a:srgbClr val="D4D4D8"/>
                </a:solidFill>
                <a:latin typeface="Segoe UI"/>
              </a:defRPr>
            </a:pPr>
            <a:r>
              <a:t>An AI workforce for a small shop.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4069080"/>
            <a:ext cx="2926080" cy="0"/>
          </a:xfrm>
          <a:prstGeom prst="line">
            <a:avLst/>
          </a:prstGeom>
          <a:ln w="12700">
            <a:solidFill>
              <a:srgbClr val="7B1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68680" y="43434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450" b="0">
                <a:solidFill>
                  <a:srgbClr val="9A9AA2"/>
                </a:solidFill>
                <a:latin typeface="Segoe UI"/>
              </a:defRPr>
            </a:pPr>
            <a:r>
              <a:t>One supervisor routes work to eight specialists. They share one</a:t>
            </a:r>
          </a:p>
          <a:p>
            <a:pPr algn="l">
              <a:lnSpc>
                <a:spcPct val="135000"/>
              </a:lnSpc>
              <a:defRPr sz="1450" b="0">
                <a:solidFill>
                  <a:srgbClr val="9A9AA2"/>
                </a:solidFill>
                <a:latin typeface="Segoe UI"/>
              </a:defRPr>
            </a:pPr>
            <a:r>
              <a:t>memory of the business, and stop for permission before spending money.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2356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250" b="0">
                <a:solidFill>
                  <a:srgbClr val="7A7A82"/>
                </a:solidFill>
                <a:latin typeface="Segoe UI"/>
              </a:defRPr>
            </a:pPr>
            <a:r>
              <a:t>Esme Moula Chowdhury Abha   ·   26-94089-2</a:t>
            </a:r>
          </a:p>
          <a:p>
            <a:pPr algn="l">
              <a:lnSpc>
                <a:spcPct val="130000"/>
              </a:lnSpc>
              <a:defRPr sz="1250" b="0">
                <a:solidFill>
                  <a:srgbClr val="7A7A82"/>
                </a:solidFill>
                <a:latin typeface="Segoe UI"/>
              </a:defRPr>
            </a:pPr>
            <a:r>
              <a:t>Interactive Multi-Agent AI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One person doing eight jobs badly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057400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50" b="1">
                <a:solidFill>
                  <a:srgbClr val="000000"/>
                </a:solidFill>
                <a:latin typeface="Segoe UI"/>
              </a:rPr>
              <a:t>The shop is real</a:t>
            </a:r>
            <a:r>
              <a:rPr sz="1550">
                <a:solidFill>
                  <a:srgbClr val="3F3F46"/>
                </a:solidFill>
                <a:latin typeface="Segoe UI"/>
              </a:rPr>
              <a:t> — a maker in Dhaka selling on Facebook and Instagram, taking orders in Bengali and Banglish, shipping by Pathao.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53512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50" b="1">
                <a:solidFill>
                  <a:srgbClr val="000000"/>
                </a:solidFill>
                <a:latin typeface="Segoe UI"/>
              </a:rPr>
              <a:t>Eight jobs, one owner</a:t>
            </a:r>
            <a:r>
              <a:rPr sz="1550">
                <a:solidFill>
                  <a:srgbClr val="3F3F46"/>
                </a:solidFill>
                <a:latin typeface="Segoe UI"/>
              </a:rPr>
              <a:t> — research, photography, pricing, stock, ads, customer replies, delivery, and working out whether the day made money.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9624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50" b="1">
                <a:solidFill>
                  <a:srgbClr val="000000"/>
                </a:solidFill>
                <a:latin typeface="Segoe UI"/>
              </a:rPr>
              <a:t>A chatbot does not help</a:t>
            </a:r>
            <a:r>
              <a:rPr sz="1550">
                <a:solidFill>
                  <a:srgbClr val="3F3F46"/>
                </a:solidFill>
                <a:latin typeface="Segoe UI"/>
              </a:rPr>
              <a:t> — advice is not the bottleneck. The work is, and it needs doing in the owner's own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45736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50" b="1">
                <a:solidFill>
                  <a:srgbClr val="000000"/>
                </a:solidFill>
                <a:latin typeface="Segoe UI"/>
              </a:rPr>
              <a:t>So: a workforce</a:t>
            </a:r>
            <a:r>
              <a:rPr sz="1550">
                <a:solidFill>
                  <a:srgbClr val="3F3F46"/>
                </a:solidFill>
                <a:latin typeface="Segoe UI"/>
              </a:rPr>
              <a:t> — specialists that each own one job, share what they learn, and hand the irreversible decisions back to the owner.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A star, not a pipeline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96596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350" b="0">
                <a:solidFill>
                  <a:srgbClr val="3F3F46"/>
                </a:solidFill>
                <a:latin typeface="Segoe UI"/>
              </a:defRPr>
            </a:pPr>
            <a:r>
              <a:t>Every request enters at the supervisor, which reads it, picks one specialist, and re-decides when that specialist returns. A question about stock does not drag six agents along with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3192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300" b="1">
                <a:solidFill>
                  <a:srgbClr val="7B1E22"/>
                </a:solidFill>
                <a:latin typeface="Segoe UI"/>
              </a:defRPr>
            </a:pPr>
            <a:r>
              <a:t>12 nodes · 19 edges</a:t>
            </a:r>
          </a:p>
          <a:p>
            <a:pPr algn="l">
              <a:lnSpc>
                <a:spcPct val="135000"/>
              </a:lnSpc>
              <a:defRPr sz="1300" b="1">
                <a:solidFill>
                  <a:srgbClr val="7B1E22"/>
                </a:solidFill>
                <a:latin typeface="Segoe UI"/>
              </a:defRPr>
            </a:pPr>
            <a:r>
              <a:t>9 conditional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Dashed edges are the supervisor choosing. Read from the compiled LangGraph at build time, so this picture cannot drift from the code.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7973568" y="2148839"/>
            <a:ext cx="0" cy="1783081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973568" y="2671092"/>
            <a:ext cx="1639076" cy="1260828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73568" y="3931920"/>
            <a:ext cx="2318004" cy="0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73568" y="3931920"/>
            <a:ext cx="1639076" cy="1260827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973568" y="3931920"/>
            <a:ext cx="0" cy="1783080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334491" y="3931920"/>
            <a:ext cx="1639077" cy="1260827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655564" y="3931920"/>
            <a:ext cx="2318004" cy="0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334491" y="2671092"/>
            <a:ext cx="1639077" cy="1260828"/>
          </a:xfrm>
          <a:prstGeom prst="line">
            <a:avLst/>
          </a:prstGeom>
          <a:ln w="12700">
            <a:solidFill>
              <a:srgbClr val="D8D8D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95744" y="1911095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Ad Creation &amp; Publishing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4820" y="2433348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Delivery &amp; Logistics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3748" y="3694176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Customer Engagement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4820" y="4955003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Inventory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5477256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Market 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56667" y="4955003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Pricing &amp;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77740" y="3694176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Product Vision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6667" y="2433348"/>
            <a:ext cx="175564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  <a:latin typeface="Segoe UI"/>
              </a:defRPr>
            </a:pPr>
            <a:r>
              <a:t>Reporting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3602736"/>
            <a:ext cx="2048256" cy="658368"/>
          </a:xfrm>
          <a:prstGeom prst="roundRect">
            <a:avLst>
              <a:gd name="adj" fmla="val 8000"/>
            </a:avLst>
          </a:prstGeom>
          <a:solidFill>
            <a:srgbClr val="7B1E22"/>
          </a:solidFill>
          <a:ln w="12700">
            <a:solidFill>
              <a:srgbClr val="7B1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SUPERVISOR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WHO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The 8 specialists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77240" y="2057400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33271" y="22037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Ad Creation &amp; Publishing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496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Platform-specific copy, published after approval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57400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73952" y="22037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Delivery &amp; Logistics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496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Quotes a parcel and books the courier, after approval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81528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33271" y="3227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Customer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35204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Reads DMs and comments, drafts the replies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081528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3952" y="3227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Inventory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5204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Quantities, reorder levels, what runs out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05656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33271" y="4251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Market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45445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What sells, what rivals charge, what people ask for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105656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73952" y="4251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Pricing &amp;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5445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Unit cost, price, margin, break-even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129784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33271" y="5276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Product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1" y="556869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Reads a photo and says what it is and whether it sells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129784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73952" y="5276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56869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Writes the day up in the owner's own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AGENT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What one request actually does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965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7B1E22"/>
                </a:solidFill>
                <a:latin typeface="Segoe UI"/>
              </a:defRPr>
            </a:pPr>
            <a:r>
              <a:t>Owner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96596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“Should I run an ad for the tote bags this week?”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4144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7B1E22"/>
                </a:solidFill>
                <a:latin typeface="Segoe UI"/>
              </a:defRPr>
            </a:pPr>
            <a:r>
              <a:t>Supervisor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441448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reads it, plans, routes — not a fixed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169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00000"/>
                </a:solidFill>
                <a:latin typeface="Segoe UI"/>
              </a:defRPr>
            </a:pPr>
            <a:r>
              <a:t>Market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916936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checks demand and what rivals charge →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00000"/>
                </a:solidFill>
                <a:latin typeface="Segoe UI"/>
              </a:defRPr>
            </a:pPr>
            <a:r>
              <a:t>Pricing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392424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reads that, works margin at the current cost →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6791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00000"/>
                </a:solidFill>
                <a:latin typeface="Segoe UI"/>
              </a:defRPr>
            </a:pPr>
            <a:r>
              <a:t>Inventory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86791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how many are left, and how long they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00000"/>
                </a:solidFill>
                <a:latin typeface="Segoe UI"/>
              </a:defRPr>
            </a:pPr>
            <a:r>
              <a:t>Ad Creative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34340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writes the copy, then STOPS at an approval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188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7B1E22"/>
                </a:solidFill>
                <a:latin typeface="Segoe UI"/>
              </a:defRPr>
            </a:pPr>
            <a:r>
              <a:t>Owner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818888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approves on Home — the graph resumes from that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9437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7B1E22"/>
                </a:solidFill>
                <a:latin typeface="Segoe UI"/>
              </a:defRPr>
            </a:pPr>
            <a:r>
              <a:t>Supervisor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5294376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3F3F46"/>
                </a:solidFill>
                <a:latin typeface="Segoe UI"/>
              </a:defRPr>
            </a:pPr>
            <a:r>
              <a:t>aggregates what each returned into one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Each specialist writes what it learned to shared memory before returning, so the next one starts from it rather than asking again.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It stops before it spends your money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057400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000000"/>
                </a:solidFill>
                <a:latin typeface="Segoe UI"/>
              </a:rPr>
              <a:t>A real interrupt, not a confirm dialog</a:t>
            </a:r>
            <a:r>
              <a:rPr sz="1500">
                <a:solidFill>
                  <a:srgbClr val="3F3F46"/>
                </a:solidFill>
                <a:latin typeface="Segoe UI"/>
              </a:rPr>
              <a:t> — publishing an ad or booking a courier calls LangGraph's interrupt(), which persists the whole graph to a SQLite checkpoint and suspends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53512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000000"/>
                </a:solidFill>
                <a:latin typeface="Segoe UI"/>
              </a:rPr>
              <a:t>Approving resumes from exactly that point</a:t>
            </a:r>
            <a:r>
              <a:rPr sz="1500">
                <a:solidFill>
                  <a:srgbClr val="3F3F46"/>
                </a:solidFill>
                <a:latin typeface="Segoe UI"/>
              </a:rPr>
              <a:t> — not from the start, so no agent runs twice and nothing is paid for twice.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9624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000000"/>
                </a:solidFill>
                <a:latin typeface="Segoe UI"/>
              </a:rPr>
              <a:t>Pause, resume, retry</a:t>
            </a:r>
            <a:r>
              <a:rPr sz="1500">
                <a:solidFill>
                  <a:srgbClr val="3F3F46"/>
                </a:solidFill>
                <a:latin typeface="Segoe UI"/>
              </a:rPr>
              <a:t> — pause is cooperative: the flag is read between nodes so the agent in flight finishes and checkpoints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45736"/>
            <a:ext cx="10607040" cy="89611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000000"/>
                </a:solidFill>
                <a:latin typeface="Segoe UI"/>
              </a:rPr>
              <a:t>Enforced server-side</a:t>
            </a:r>
            <a:r>
              <a:rPr sz="1500">
                <a:solidFill>
                  <a:srgbClr val="3F3F46"/>
                </a:solidFill>
                <a:latin typeface="Segoe UI"/>
              </a:rPr>
              <a:t> — the gate is checked on the server, so a stray click or a replayed request cannot book a courier.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SHARED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One memory of the business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77240" y="2057400"/>
            <a:ext cx="5120640" cy="22860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00000"/>
                </a:solidFill>
                <a:latin typeface="Segoe UI"/>
              </a:defRPr>
            </a:pPr>
            <a:r>
              <a:t>Structured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9748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250" b="0">
                <a:solidFill>
                  <a:srgbClr val="3F3F46"/>
                </a:solidFill>
                <a:latin typeface="Segoe UI"/>
              </a:defRPr>
            </a:pPr>
            <a:r>
              <a:t>SQLite, 22 tables — products, inventory, orders,</a:t>
            </a:r>
          </a:p>
          <a:p>
            <a:pPr algn="l">
              <a:lnSpc>
                <a:spcPct val="135000"/>
              </a:lnSpc>
              <a:defRPr sz="1250" b="0">
                <a:solidFill>
                  <a:srgbClr val="3F3F46"/>
                </a:solidFill>
                <a:latin typeface="Segoe UI"/>
              </a:defRPr>
            </a:pPr>
            <a:r>
              <a:t>pricing history, social messages, campaigns,</a:t>
            </a:r>
          </a:p>
          <a:p>
            <a:pPr algn="l">
              <a:lnSpc>
                <a:spcPct val="135000"/>
              </a:lnSpc>
              <a:defRPr sz="1250" b="0">
                <a:solidFill>
                  <a:srgbClr val="3F3F46"/>
                </a:solidFill>
                <a:latin typeface="Segoe UI"/>
              </a:defRPr>
            </a:pPr>
            <a:r>
              <a:t>deliveries, chat threads, competitors.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57400"/>
            <a:ext cx="5120640" cy="22860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60" y="2286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00000"/>
                </a:solidFill>
                <a:latin typeface="Segoe UI"/>
              </a:defRPr>
            </a:pPr>
            <a:r>
              <a:t>Semantic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9748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250" b="0">
                <a:solidFill>
                  <a:srgbClr val="3F3F46"/>
                </a:solidFill>
                <a:latin typeface="Segoe UI"/>
              </a:defRPr>
            </a:pPr>
            <a:r>
              <a:t>A vector store of what agents concluded,</a:t>
            </a:r>
          </a:p>
          <a:p>
            <a:pPr algn="l">
              <a:lnSpc>
                <a:spcPct val="135000"/>
              </a:lnSpc>
              <a:defRPr sz="1250" b="0">
                <a:solidFill>
                  <a:srgbClr val="3F3F46"/>
                </a:solidFill>
                <a:latin typeface="Segoe UI"/>
              </a:defRPr>
            </a:pPr>
            <a:r>
              <a:t>so a later run recalls an earlier finding</a:t>
            </a:r>
          </a:p>
          <a:p>
            <a:pPr algn="l">
              <a:lnSpc>
                <a:spcPct val="135000"/>
              </a:lnSpc>
              <a:defRPr sz="1250" b="0">
                <a:solidFill>
                  <a:srgbClr val="3F3F46"/>
                </a:solidFill>
                <a:latin typeface="Segoe UI"/>
              </a:defRPr>
            </a:pPr>
            <a:r>
              <a:t>instead of paying to derive it again.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3F3F46"/>
                </a:solidFill>
                <a:latin typeface="Segoe UI"/>
              </a:defRPr>
            </a:pPr>
            <a:r>
              <a:t>Both are per shop. Two owners on the same instance never see each other's data — the database is chosen by session, not by query.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TOOL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It touches the real world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011680"/>
            <a:ext cx="10607040" cy="7772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000000"/>
                </a:solidFill>
                <a:latin typeface="Segoe UI"/>
              </a:rPr>
              <a:t>Web search</a:t>
            </a:r>
            <a:r>
              <a:rPr sz="1450">
                <a:solidFill>
                  <a:srgbClr val="3F3F46"/>
                </a:solidFill>
                <a:latin typeface="Segoe UI"/>
              </a:rPr>
              <a:t> — Tavily, falling back to DuckDuckGo when no key is set, with the sources cited back to the owner.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0607040" cy="7772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000000"/>
                </a:solidFill>
                <a:latin typeface="Segoe UI"/>
              </a:rPr>
              <a:t>Couriers</a:t>
            </a:r>
            <a:r>
              <a:rPr sz="1450">
                <a:solidFill>
                  <a:srgbClr val="3F3F46"/>
                </a:solidFill>
                <a:latin typeface="Segoe UI"/>
              </a:rPr>
              <a:t> — Pathao and Steadfast, live: a real consignment id comes back, and weight-based pricing is quoted before booking.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66160"/>
            <a:ext cx="10607040" cy="7772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000000"/>
                </a:solidFill>
                <a:latin typeface="Segoe UI"/>
              </a:rPr>
              <a:t>Channels</a:t>
            </a:r>
            <a:r>
              <a:rPr sz="1450">
                <a:solidFill>
                  <a:srgbClr val="3F3F46"/>
                </a:solidFill>
                <a:latin typeface="Segoe UI"/>
              </a:rPr>
              <a:t> — Telegram for customer messages, Meta for Facebook and Instagram publishing.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607040" cy="7772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000000"/>
                </a:solidFill>
                <a:latin typeface="Segoe UI"/>
              </a:rPr>
              <a:t>Vision and image generation</a:t>
            </a:r>
            <a:r>
              <a:rPr sz="1450">
                <a:solidFill>
                  <a:srgbClr val="3F3F46"/>
                </a:solidFill>
                <a:latin typeface="Segoe UI"/>
              </a:rPr>
              <a:t> — reads a photo of a product; generates ad artwork.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000000"/>
                </a:solidFill>
                <a:latin typeface="Segoe UI"/>
              </a:rPr>
              <a:t>Python execution</a:t>
            </a:r>
            <a:r>
              <a:rPr sz="1450">
                <a:solidFill>
                  <a:srgbClr val="3F3F46"/>
                </a:solidFill>
                <a:latin typeface="Segoe UI"/>
              </a:rPr>
              <a:t> — for the arithmetic the models should not be trusted to do in their heads.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15584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13 tool modules. Without credentials each one returns a clearly labelled simulated result, so the flow is demonstrable without spending money.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LOGGING &amp;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You can watch it think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77240" y="2057400"/>
            <a:ext cx="2514600" cy="169164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Live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7004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Every step over SSE as it happens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057400"/>
            <a:ext cx="2514600" cy="169164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49039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Execution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7004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Drawn from the compiled 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2514600" cy="169164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Token &amp;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7004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Per agent, per run, in USD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2057400"/>
            <a:ext cx="2514600" cy="169164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35440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50" b="1">
                <a:solidFill>
                  <a:srgbClr val="000000"/>
                </a:solidFill>
                <a:latin typeface="Segoe UI"/>
              </a:defRPr>
            </a:pPr>
            <a:r>
              <a:t>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670048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150" b="0">
                <a:solidFill>
                  <a:srgbClr val="71717A"/>
                </a:solidFill>
                <a:latin typeface="Segoe UI"/>
              </a:defRPr>
            </a:pPr>
            <a:r>
              <a:t>Each failure, and how it recovered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3F3F46"/>
                </a:solidFill>
                <a:latin typeface="Segoe UI"/>
              </a:defRPr>
            </a:pPr>
            <a:r>
              <a:t>Every agent call is retried once, then dropped — one specialist failing degrades the answer rather than ending the run. The</a:t>
            </a:r>
          </a:p>
          <a:p>
            <a:pPr algn="l">
              <a:lnSpc>
                <a:spcPct val="140000"/>
              </a:lnSpc>
              <a:defRPr sz="1400" b="0">
                <a:solidFill>
                  <a:srgbClr val="3F3F46"/>
                </a:solidFill>
                <a:latin typeface="Segoe UI"/>
              </a:defRPr>
            </a:pPr>
            <a:r>
              <a:t>failure is recorded with what the graph did about it, because a run that half-failed and a run that succeeded are not the same run.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66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7B1E22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3328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71717A"/>
                </a:solidFill>
                <a:latin typeface="Segoe UI"/>
              </a:defRPr>
            </a:pPr>
            <a:r>
              <a:t>Python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5166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7B1E22"/>
                </a:solidFill>
                <a:latin typeface="Segoe UI"/>
              </a:defRPr>
            </a:pPr>
            <a:r>
              <a:t>21,592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573328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71717A"/>
                </a:solidFill>
                <a:latin typeface="Segoe UI"/>
              </a:defRPr>
            </a:pPr>
            <a:r>
              <a:t>lines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66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7B1E22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73328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71717A"/>
                </a:solidFill>
                <a:latin typeface="Segoe UI"/>
              </a:defRPr>
            </a:pPr>
            <a:r>
              <a:t>tests, all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5166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7B1E22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573328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71717A"/>
                </a:solidFill>
                <a:latin typeface="Segoe UI"/>
              </a:defRPr>
            </a:pPr>
            <a:r>
              <a:t>commits, one author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7B1E22"/>
                </a:solidFill>
                <a:latin typeface="Segoe UI"/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100" b="1">
                <a:solidFill>
                  <a:srgbClr val="000000"/>
                </a:solidFill>
                <a:latin typeface="Segoe UI"/>
              </a:defRPr>
            </a:pPr>
            <a:r>
              <a:t>What is honest about the current state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572768"/>
            <a:ext cx="10607040" cy="0"/>
          </a:xfrm>
          <a:prstGeom prst="line">
            <a:avLst/>
          </a:prstGeom>
          <a:ln w="1270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011680"/>
            <a:ext cx="10607040" cy="78638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000000"/>
                </a:solidFill>
                <a:latin typeface="Segoe UI"/>
              </a:rPr>
              <a:t>Social publishing needs Meta App Review</a:t>
            </a:r>
            <a:r>
              <a:rPr sz="1400">
                <a:solidFill>
                  <a:srgbClr val="3F3F46"/>
                </a:solidFill>
                <a:latin typeface="Segoe UI"/>
              </a:rPr>
              <a:t> — the code path is complete and tested; a live Page post needs permissions Meta grants slowly.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98064"/>
            <a:ext cx="10607040" cy="78638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000000"/>
                </a:solidFill>
                <a:latin typeface="Segoe UI"/>
              </a:rPr>
              <a:t>The vector store is a small numpy index, not Chroma</a:t>
            </a:r>
            <a:r>
              <a:rPr sz="1400">
                <a:solidFill>
                  <a:srgbClr val="3F3F46"/>
                </a:solidFill>
                <a:latin typeface="Segoe UI"/>
              </a:rPr>
              <a:t> — enough for one shop's memory, and it keeps the deployment small. Chroma is a one-line swap.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84448"/>
            <a:ext cx="10607040" cy="78638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000000"/>
                </a:solidFill>
                <a:latin typeface="Segoe UI"/>
              </a:rPr>
              <a:t>One worker, deliberately</a:t>
            </a:r>
            <a:r>
              <a:rPr sz="1400">
                <a:solidFill>
                  <a:srgbClr val="3F3F46"/>
                </a:solidFill>
                <a:latin typeface="Segoe UI"/>
              </a:rPr>
              <a:t> — the approval gates live in process memory, so a second worker could hand one owner two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70832"/>
            <a:ext cx="10607040" cy="78638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000000"/>
                </a:solidFill>
                <a:latin typeface="Segoe UI"/>
              </a:rPr>
              <a:t>The free model tier has a daily cap</a:t>
            </a:r>
            <a:r>
              <a:rPr sz="1400">
                <a:solidFill>
                  <a:srgbClr val="3F3F46"/>
                </a:solidFill>
                <a:latin typeface="Segoe UI"/>
              </a:rPr>
              <a:t> — there is a provider fallback chain, but a heavy day can exhaust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157216"/>
            <a:ext cx="10607040" cy="78638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000000"/>
                </a:solidFill>
                <a:latin typeface="Segoe UI"/>
              </a:rPr>
              <a:t>Simulated where unconfigured</a:t>
            </a:r>
            <a:r>
              <a:rPr sz="1400">
                <a:solidFill>
                  <a:srgbClr val="3F3F46"/>
                </a:solidFill>
                <a:latin typeface="Segoe UI"/>
              </a:rPr>
              <a:t> — every simulated result is labelled as one, in the UI and in the logs. Nothing pretends to be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Lucida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50" b="0">
                <a:solidFill>
                  <a:srgbClr val="A1A1AA"/>
                </a:solidFill>
                <a:latin typeface="Segoe U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417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800" b="1">
                <a:solidFill>
                  <a:srgbClr val="FFFFFF"/>
                </a:solidFill>
                <a:latin typeface="Segoe UI"/>
              </a:defRPr>
            </a:pPr>
            <a:r>
              <a:t>Check it yourself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68680" y="2377440"/>
            <a:ext cx="2926080" cy="0"/>
          </a:xfrm>
          <a:prstGeom prst="line">
            <a:avLst/>
          </a:prstGeom>
          <a:ln w="12700">
            <a:solidFill>
              <a:srgbClr val="7B1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788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FFFFFF"/>
                </a:solidFill>
                <a:latin typeface="Consolas"/>
              </a:defRPr>
            </a:pPr>
            <a:r>
              <a:t>python serve.py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82549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8A8A92"/>
                </a:solidFill>
                <a:latin typeface="Segoe UI"/>
              </a:defRPr>
            </a:pPr>
            <a:r>
              <a:t>the app, at 127.0.0.1:8000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47287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FFFFFF"/>
                </a:solidFill>
                <a:latin typeface="Consolas"/>
              </a:defRPr>
            </a:pPr>
            <a:r>
              <a:t>python -m pytest tests -q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483863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8A8A92"/>
                </a:solidFill>
                <a:latin typeface="Segoe UI"/>
              </a:defRPr>
            </a:pPr>
            <a:r>
              <a:t>87 passed, no API key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0565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FFFFFF"/>
                </a:solidFill>
                <a:latin typeface="Consolas"/>
              </a:defRPr>
            </a:pPr>
            <a:r>
              <a:t>git shortlog -sn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1422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8A8A92"/>
                </a:solidFill>
                <a:latin typeface="Segoe UI"/>
              </a:defRPr>
            </a:pPr>
            <a:r>
              <a:t>one author, every commit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FFFFFF"/>
                </a:solidFill>
                <a:latin typeface="Consolas"/>
              </a:defRPr>
            </a:pPr>
            <a:r>
              <a:t>GET /api/graph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800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8A8A92"/>
                </a:solidFill>
                <a:latin typeface="Segoe UI"/>
              </a:defRPr>
            </a:pPr>
            <a:r>
              <a:t>the live topology, from the compiled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06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6A6A72"/>
                </a:solidFill>
                <a:latin typeface="Segoe UI"/>
              </a:defRPr>
            </a:pPr>
            <a:r>
              <a:t>lucida.aipedia.blog   ·   github.com/EsmeAbha/Business_Marketing_Analysis_LLM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